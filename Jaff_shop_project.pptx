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Taux de Fidélité de la clientèle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 par Mois et par jour &amp; prévision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commande totale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commande Totale par statut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Chiffre d'Affaire ( CA)</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Part du CA par Segment Client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clients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depense moyen par commande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 par segment client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moyen par client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Nombre de commande et CA  par segment Client</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Mois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commande moyen par client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ribbonChart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Return rate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Nombre de commande et CA par payment method et order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moyen par client</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3920f620-3371-4ff0-8d3d-cfebf2d5e4d5?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08f3481de13f4574" /><Relationship Type="http://schemas.openxmlformats.org/officeDocument/2006/relationships/slideLayout" Target="/ppt/slideLayouts/slideLayout8.xml" Id="R858fcc0b25a24d23" /><Relationship Type="http://schemas.openxmlformats.org/officeDocument/2006/relationships/hyperlink" Target="https://app.powerbi.com/groups/me/reports/3920f620-3371-4ff0-8d3d-cfebf2d5e4d5/?pbi_source=PowerPoint" TargetMode="External" Id="RelId0" /><Relationship Type="http://schemas.openxmlformats.org/officeDocument/2006/relationships/image" Target="/ppt/media/image4.png" Id="imgId76881433"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fbbf476d0b7f4233" /><Relationship Type="http://schemas.openxmlformats.org/officeDocument/2006/relationships/slideLayout" Target="/ppt/slideLayouts/slideLayout8.xml" Id="R93f4cdcbd48b48db" /><Relationship Type="http://schemas.openxmlformats.org/officeDocument/2006/relationships/hyperlink" Target="https://app.powerbi.com/groups/me/reports/3920f620-3371-4ff0-8d3d-cfebf2d5e4d5/?pbi_source=PowerPoint" TargetMode="External" Id="RelId1" /><Relationship Type="http://schemas.openxmlformats.org/officeDocument/2006/relationships/image" Target="/ppt/media/image5.png" Id="imgId76881432"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0f5d16e7d19b456b" /><Relationship Type="http://schemas.openxmlformats.org/officeDocument/2006/relationships/slideLayout" Target="/ppt/slideLayouts/slideLayout8.xml" Id="Rcbea8637260a499c" /><Relationship Type="http://schemas.openxmlformats.org/officeDocument/2006/relationships/hyperlink" Target="https://app.powerbi.com/groups/me/reports/3920f620-3371-4ff0-8d3d-cfebf2d5e4d5/?pbi_source=PowerPoint" TargetMode="External" Id="RelId2" /><Relationship Type="http://schemas.openxmlformats.org/officeDocument/2006/relationships/image" Target="/ppt/media/image6.png" Id="imgId76881434"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Jaff_shop_project</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28/04/2026 11:50:36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28/04/2026 11:37:57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image ,Mois ,actionButton ,actionButton ,Taux de Fidélité de la clientèle ,CA par Mois et par jour &amp; prévision ,textbox ,actionButton ,slicer ,tableEx ,shape ,commande totale ,commande Totale par statut ,image ,shape ,Chiffre d'Affaire ( CA).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7688143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Overview</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tableEx ,Mois ,shape ,Part du CA par Segment Client ,Total clients ,actionButton ,shape ,textbox ,image ,slicer ,image ,depense moyen par commande ,actionButton ,CA par segment client ,actionButton ,Revenue moyen par client ,Nombre de commande et CA  par segment Client.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7688143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Customers analysis</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Mois ,commande moyen par client ,shape ,ribbonChart ,textbox ,image ,shape ,image ,slicer ,Return rate ,actionButton ,actionButton ,actionButton ,Nombre de commande et CA par payment method et order status ,tableEx ,Revenue moyen par client.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7688143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Orders details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